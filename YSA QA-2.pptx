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0" r:id="rId2"/>
    <p:sldId id="427" r:id="rId3"/>
    <p:sldId id="428" r:id="rId4"/>
    <p:sldId id="429" r:id="rId5"/>
    <p:sldId id="430" r:id="rId6"/>
    <p:sldId id="431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0" r:id="rId15"/>
  </p:sldIdLst>
  <p:sldSz cx="12192000" cy="6858000"/>
  <p:notesSz cx="12192000" cy="6858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5274" autoAdjust="0"/>
  </p:normalViewPr>
  <p:slideViewPr>
    <p:cSldViewPr showGuides="1">
      <p:cViewPr varScale="1">
        <p:scale>
          <a:sx n="105" d="100"/>
          <a:sy n="105" d="100"/>
        </p:scale>
        <p:origin x="13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26670">
              <a:lnSpc>
                <a:spcPts val="1240"/>
              </a:lnSpc>
            </a:pPr>
            <a:r>
              <a:rPr lang="en-US"/>
              <a:t>Prepared</a:t>
            </a:r>
            <a:r>
              <a:rPr lang="en-US" spc="-60"/>
              <a:t> </a:t>
            </a:r>
            <a:r>
              <a:rPr lang="en-US"/>
              <a:t>by</a:t>
            </a:r>
            <a:r>
              <a:rPr lang="en-US" spc="-40"/>
              <a:t> </a:t>
            </a:r>
            <a:r>
              <a:rPr lang="en-US" spc="-20"/>
              <a:t>Prof. </a:t>
            </a:r>
            <a:r>
              <a:rPr lang="en-US" spc="-35"/>
              <a:t>Dr. </a:t>
            </a:r>
            <a:r>
              <a:rPr lang="en-US"/>
              <a:t>Hasan</a:t>
            </a:r>
            <a:r>
              <a:rPr lang="en-US" spc="-15"/>
              <a:t> </a:t>
            </a:r>
            <a:r>
              <a:rPr lang="en-US" spc="-20"/>
              <a:t>AMCA</a:t>
            </a:r>
            <a:endParaRPr lang="en-US" spc="-2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635">
              <a:lnSpc>
                <a:spcPts val="1240"/>
              </a:lnSpc>
            </a:pPr>
            <a:fld id="{81D60167-4931-47E6-BA6A-407CBD079E47}" type="slidenum">
              <a:rPr lang="tr-TR" spc="-50" smtClean="0"/>
              <a:t>‹#›</a:t>
            </a:fld>
            <a:endParaRPr lang="tr-TR"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7430" y="839078"/>
            <a:ext cx="4919980" cy="9624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650"/>
              </a:lnSpc>
            </a:pPr>
            <a:r>
              <a:rPr lang="tr-TR" sz="32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YZM305</a:t>
            </a:r>
          </a:p>
          <a:p>
            <a:pPr algn="ctr">
              <a:lnSpc>
                <a:spcPts val="3650"/>
              </a:lnSpc>
            </a:pPr>
            <a:r>
              <a:rPr lang="tr-TR" sz="32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YAPAY SİNİR AĞLARI</a:t>
            </a:r>
            <a:endParaRPr sz="32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" y="2437704"/>
            <a:ext cx="1190244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tr-TR" b="0" dirty="0">
                <a:solidFill>
                  <a:schemeClr val="bg1"/>
                </a:solidFill>
              </a:rPr>
              <a:t>QA-2</a:t>
            </a:r>
            <a:br>
              <a:rPr lang="tr-TR" b="0" dirty="0">
                <a:solidFill>
                  <a:schemeClr val="bg1"/>
                </a:solidFill>
              </a:rPr>
            </a:br>
            <a:r>
              <a:rPr lang="tr-TR" b="0" dirty="0">
                <a:solidFill>
                  <a:schemeClr val="bg1"/>
                </a:solidFill>
              </a:rPr>
              <a:t>SORU-CEVAP</a:t>
            </a:r>
            <a:endParaRPr lang="tr-TR" sz="4000" dirty="0">
              <a:solidFill>
                <a:schemeClr val="bg1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2877820" y="5118568"/>
            <a:ext cx="6436359" cy="88806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130"/>
              </a:spcBef>
            </a:pPr>
            <a:r>
              <a:rPr lang="tr-TR" b="1" spc="-10" dirty="0" err="1">
                <a:solidFill>
                  <a:srgbClr val="FFFFFF"/>
                </a:solidFill>
              </a:rPr>
              <a:t>Dr.Öğr.Üyesi</a:t>
            </a:r>
            <a:r>
              <a:rPr lang="tr-TR" b="1" spc="-10" dirty="0">
                <a:solidFill>
                  <a:srgbClr val="FFFFFF"/>
                </a:solidFill>
              </a:rPr>
              <a:t> Murat ŞİMŞEK</a:t>
            </a:r>
          </a:p>
          <a:p>
            <a:pPr marL="1905" algn="ctr">
              <a:lnSpc>
                <a:spcPct val="100000"/>
              </a:lnSpc>
              <a:spcBef>
                <a:spcPts val="1130"/>
              </a:spcBef>
            </a:pPr>
            <a:r>
              <a:rPr lang="tr-TR" b="1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Ostim Teknik Üniversitesi</a:t>
            </a:r>
            <a:endParaRPr b="1" dirty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78640" y="6567902"/>
            <a:ext cx="16065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mbria" panose="02040503050406030204"/>
                <a:cs typeface="Cambria" panose="02040503050406030204"/>
              </a:rPr>
              <a:t>1</a:t>
            </a:fld>
            <a:endParaRPr sz="1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1CB9-2E46-D7C0-418A-31E1D3FD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D12AA6-DDD0-37C9-A5AF-E21122C7208B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28D97D6-94BE-8F86-F3E1-A60149BE1E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b="0" dirty="0">
                <a:solidFill>
                  <a:schemeClr val="bg1"/>
                </a:solidFill>
              </a:rPr>
              <a:t>SORU-1</a:t>
            </a:r>
            <a:endParaRPr lang="tr-TR" sz="3600" dirty="0">
              <a:solidFill>
                <a:schemeClr val="bg1"/>
              </a:solidFill>
              <a:latin typeface="Cambria" panose="02040503050406030204" pitchFamily="18" charset="0"/>
              <a:sym typeface="+mn-e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AE76382-6C47-C0FC-03C4-B4821F7A7A8B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58495D20-EC6A-8383-3C96-5AB01200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51356"/>
            <a:ext cx="9526329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18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663ED-391D-11D6-5053-5F9C7C0D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BB9F57-9BCA-C90D-2425-0345C1C90C6D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9207250-0468-409D-C39C-8F6D80AFA9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CEVAP-1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BA04D80-AD7F-6469-4B42-FC575BD5352D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5E2D21F-B4D9-2482-5F59-48D53AEF9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" y="1096707"/>
            <a:ext cx="7973538" cy="2305372"/>
          </a:xfrm>
          <a:prstGeom prst="rect">
            <a:avLst/>
          </a:prstGeom>
        </p:spPr>
      </p:pic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D838597-3F09-971A-C74A-544F1853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595816"/>
            <a:ext cx="8268854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40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BD94-5F65-2BF7-536A-AA6DD49F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919AF9-2A41-ACBE-8356-24BF5D63210B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C736B9E-263E-67C9-D1C2-CFF6E07A2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CEVAP-1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3C799CA-DAEB-059A-F327-7FCEADDA20AC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number with black text&#10;&#10;AI-generated content may be incorrect.">
            <a:extLst>
              <a:ext uri="{FF2B5EF4-FFF2-40B4-BE49-F238E27FC236}">
                <a16:creationId xmlns:a16="http://schemas.microsoft.com/office/drawing/2014/main" id="{49CAFA32-13D9-A8C9-7CCE-1DF7B3BF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09800"/>
            <a:ext cx="10424980" cy="205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68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27D7-83AC-05AA-1C52-A4B1DFB73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C91BD2E-2086-40C6-A2D2-16F708B407B4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E3233B7-D397-2BDB-3A0C-2640A101A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SORU-2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63856E7-A605-60B2-AA50-CEF8412CF1AD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screenshot of a white sheet with black text&#10;&#10;AI-generated content may be incorrect.">
            <a:extLst>
              <a:ext uri="{FF2B5EF4-FFF2-40B4-BE49-F238E27FC236}">
                <a16:creationId xmlns:a16="http://schemas.microsoft.com/office/drawing/2014/main" id="{15721CA9-724A-0E52-1878-957D2A99C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29509"/>
            <a:ext cx="9220200" cy="585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79E5A-CD91-06BC-3840-9580DCB2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3BB31F-D7C9-D462-440F-A4EE8564BCF2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7B4531-B3C6-8AAB-5D33-610A22C45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CEVAP-2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820CE1-A4B7-7373-0182-85F8D29BF8DF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white background with black numbers and symbols&#10;&#10;AI-generated content may be incorrect.">
            <a:extLst>
              <a:ext uri="{FF2B5EF4-FFF2-40B4-BE49-F238E27FC236}">
                <a16:creationId xmlns:a16="http://schemas.microsoft.com/office/drawing/2014/main" id="{6750C1EC-51F3-FBA5-2FA4-1F2AFA3E2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222184"/>
            <a:ext cx="7792537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1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BC3D0-296D-188F-D126-C5839471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1352E7-C55D-B104-48B0-7E134B98EABE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B13AEF1-FF59-F7C4-ABD1-DA673CD99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SORU-3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DBC4B46-2CFF-35C0-3126-288BA05B0CB9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681CB19-3CA3-8C9E-EBD9-E7FD6089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14400"/>
            <a:ext cx="8945223" cy="2705478"/>
          </a:xfrm>
          <a:prstGeom prst="rect">
            <a:avLst/>
          </a:prstGeom>
        </p:spPr>
      </p:pic>
      <p:pic>
        <p:nvPicPr>
          <p:cNvPr id="8" name="Picture 7" descr="A white paper with black text and black numbers&#10;&#10;AI-generated content may be incorrect.">
            <a:extLst>
              <a:ext uri="{FF2B5EF4-FFF2-40B4-BE49-F238E27FC236}">
                <a16:creationId xmlns:a16="http://schemas.microsoft.com/office/drawing/2014/main" id="{D76A362F-266C-2E87-1E41-D4F34C37E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634738"/>
            <a:ext cx="6725139" cy="315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6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86962-45AF-46CC-B117-120B734B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AD5597C-3178-1B8D-E44C-D8F6F0009B60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E54075D-0008-A45F-5572-66927BD72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Cevap-3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F811232-5CC1-0408-85EC-3607219331EE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29A1BB92-B28E-49AF-47D4-7A6ABFE20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71288"/>
            <a:ext cx="8764223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86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4ACD-E5A7-59B3-E897-2C6B4CCA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F7E0D3-C750-2C87-1448-B20FA2C1404D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7B2B8E5-7D8E-7973-1172-28BF5E12DF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Cevap-3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BE7F22C-D519-0EDF-001A-766AE6F9952A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E4E60141-CF5B-FAAC-1EF9-9D5A737B6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099755"/>
            <a:ext cx="7300833" cy="547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38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A5D7E-81F7-215C-9861-EF06E4A2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F6730A-F5BA-7675-36B4-DAB0C47EC986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F4E94F3-7458-20A0-3104-A7EE15EC67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Cevap-3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DC1D7E7-A433-8B86-F6F0-92F94D6736F0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white paper with black numbers and letters&#10;&#10;AI-generated content may be incorrect.">
            <a:extLst>
              <a:ext uri="{FF2B5EF4-FFF2-40B4-BE49-F238E27FC236}">
                <a16:creationId xmlns:a16="http://schemas.microsoft.com/office/drawing/2014/main" id="{934EC8D6-9200-6F3B-5BEF-5A7CB764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24000"/>
            <a:ext cx="9369533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19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1D4C4-BD04-D58B-E367-1EBD7E22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9B9747-4FD1-7D88-29C7-95EFB4D31D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1D1F045-0383-778C-7552-DE69270C56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SORU-4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F943CB6-8023-7141-EE0E-A62177A33C00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C69E210-FAB7-92E4-D45D-1E0F18855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" y="1099755"/>
            <a:ext cx="8306959" cy="220058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B678FC-5A78-89B5-5333-28643919B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627486"/>
            <a:ext cx="6983140" cy="29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79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52EE-9A3E-C8AD-EFFE-4407B2FD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F65BF0-1E53-4F41-2E3C-073D088A5A1E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90C5048-08EB-AB94-41E6-525C66D52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SORU-4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FFFF51A-01AA-6B90-05B8-B5C0B2BA05CE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82258F95-F652-02B7-C64D-1FE071EE4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19199"/>
            <a:ext cx="10210800" cy="460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90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0681D-3441-E10A-A466-B5791AA1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BE886D-DED4-CBCB-5227-0053C9AE870E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D020CF3-28E9-8CA1-34BB-86FDBBD8FE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CEVAP-4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5EA4AB2-18C6-BF07-3C9E-278808F69470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ECAF960F-1A81-127A-5C19-8E30A45C7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33209"/>
            <a:ext cx="8707065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3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CF18-C6DC-C09C-5F86-F178AD92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278E66-9455-76FA-26EF-A40B6EA6F685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E0CD514-8F5E-2570-8699-24D98CC69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70" y="72073"/>
            <a:ext cx="11120755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3600" dirty="0">
                <a:solidFill>
                  <a:schemeClr val="bg1"/>
                </a:solidFill>
                <a:latin typeface="Cambria" panose="02040503050406030204" pitchFamily="18" charset="0"/>
                <a:sym typeface="+mn-ea"/>
              </a:rPr>
              <a:t>CEVAP-4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E173532-2A18-AEAF-7E8B-89D6C410F55E}"/>
              </a:ext>
            </a:extLst>
          </p:cNvPr>
          <p:cNvSpPr txBox="1"/>
          <p:nvPr/>
        </p:nvSpPr>
        <p:spPr>
          <a:xfrm>
            <a:off x="12010135" y="656366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A8CD4B6D-87F9-B6CA-4EE7-A4808BF33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99755"/>
            <a:ext cx="7411665" cy="5403659"/>
          </a:xfrm>
          <a:prstGeom prst="rect">
            <a:avLst/>
          </a:prstGeom>
        </p:spPr>
      </p:pic>
      <p:pic>
        <p:nvPicPr>
          <p:cNvPr id="9" name="Picture 8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6A3BF585-B8E1-BC1C-56F8-51AC85F76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97087"/>
            <a:ext cx="6215699" cy="37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9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44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Office Teması</vt:lpstr>
      <vt:lpstr>QA-2 SORU-CEVAP</vt:lpstr>
      <vt:lpstr>SORU-1</vt:lpstr>
      <vt:lpstr>CEVAP-1</vt:lpstr>
      <vt:lpstr>CEVAP-1</vt:lpstr>
      <vt:lpstr>SORU-2</vt:lpstr>
      <vt:lpstr>CEVAP-2</vt:lpstr>
      <vt:lpstr>SORU-3</vt:lpstr>
      <vt:lpstr>Cevap-3</vt:lpstr>
      <vt:lpstr>Cevap-3</vt:lpstr>
      <vt:lpstr>Cevap-3</vt:lpstr>
      <vt:lpstr>SORU-4</vt:lpstr>
      <vt:lpstr>SORU-4</vt:lpstr>
      <vt:lpstr>CEVAP-4</vt:lpstr>
      <vt:lpstr>CEVAP-4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LEA</dc:creator>
  <cp:lastModifiedBy>k127a</cp:lastModifiedBy>
  <cp:revision>146</cp:revision>
  <dcterms:created xsi:type="dcterms:W3CDTF">2024-09-06T12:18:00Z</dcterms:created>
  <dcterms:modified xsi:type="dcterms:W3CDTF">2025-12-18T07:46:38Z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2022-03-31T09:00:00Z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2024-09-06T09:00:00Z</vt:filetime>
  </property>
  <property fmtid="{D5CDD505-2E9C-101B-9397-08002B2CF9AE}" pid="5" name="Producer">
    <vt:lpwstr>Microsoft® PowerPoint® for Microsoft 365</vt:lpwstr>
  </property>
  <property fmtid="{D5CDD505-2E9C-101B-9397-08002B2CF9AE}" pid="6" name="ICV">
    <vt:lpwstr>D59B351E5CCE496399C108A1A1C1B64C_12</vt:lpwstr>
  </property>
  <property fmtid="{D5CDD505-2E9C-101B-9397-08002B2CF9AE}" pid="7" name="KSOProductBuildVer">
    <vt:lpwstr>1033-12.2.0.18607</vt:lpwstr>
  </property>
</Properties>
</file>